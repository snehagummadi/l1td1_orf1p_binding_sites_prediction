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5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6CE78-F6A4-43FA-9711-88F7FD02D633}" v="29" dt="2026-05-19T05:46:27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Gummadi" userId="2568281d3d9953d2" providerId="LiveId" clId="{D21ECDD1-3485-4081-B322-31B7AEA4D269}"/>
    <pc:docChg chg="undo custSel addSld modSld sldOrd">
      <pc:chgData name="Sneha Gummadi" userId="2568281d3d9953d2" providerId="LiveId" clId="{D21ECDD1-3485-4081-B322-31B7AEA4D269}" dt="2026-05-19T05:47:17.649" v="3990" actId="6549"/>
      <pc:docMkLst>
        <pc:docMk/>
      </pc:docMkLst>
      <pc:sldChg chg="modSp mod">
        <pc:chgData name="Sneha Gummadi" userId="2568281d3d9953d2" providerId="LiveId" clId="{D21ECDD1-3485-4081-B322-31B7AEA4D269}" dt="2026-05-19T04:56:27.998" v="3343" actId="6549"/>
        <pc:sldMkLst>
          <pc:docMk/>
          <pc:sldMk cId="3941971484" sldId="256"/>
        </pc:sldMkLst>
        <pc:spChg chg="mod">
          <ac:chgData name="Sneha Gummadi" userId="2568281d3d9953d2" providerId="LiveId" clId="{D21ECDD1-3485-4081-B322-31B7AEA4D269}" dt="2026-05-17T04:32:45.245" v="150" actId="20577"/>
          <ac:spMkLst>
            <pc:docMk/>
            <pc:sldMk cId="3941971484" sldId="256"/>
            <ac:spMk id="2" creationId="{B087FF22-A9DB-D0A0-D638-CD23BA47DC8E}"/>
          </ac:spMkLst>
        </pc:spChg>
        <pc:spChg chg="mod">
          <ac:chgData name="Sneha Gummadi" userId="2568281d3d9953d2" providerId="LiveId" clId="{D21ECDD1-3485-4081-B322-31B7AEA4D269}" dt="2026-05-19T04:56:27.998" v="3343" actId="6549"/>
          <ac:spMkLst>
            <pc:docMk/>
            <pc:sldMk cId="3941971484" sldId="256"/>
            <ac:spMk id="3" creationId="{B3B58A7C-38A1-698D-ABAF-4AA24B9FDF12}"/>
          </ac:spMkLst>
        </pc:spChg>
      </pc:sldChg>
      <pc:sldChg chg="addSp delSp modSp new mod">
        <pc:chgData name="Sneha Gummadi" userId="2568281d3d9953d2" providerId="LiveId" clId="{D21ECDD1-3485-4081-B322-31B7AEA4D269}" dt="2026-05-19T01:16:13.311" v="1113" actId="1037"/>
        <pc:sldMkLst>
          <pc:docMk/>
          <pc:sldMk cId="3928277632" sldId="257"/>
        </pc:sldMkLst>
        <pc:spChg chg="mod">
          <ac:chgData name="Sneha Gummadi" userId="2568281d3d9953d2" providerId="LiveId" clId="{D21ECDD1-3485-4081-B322-31B7AEA4D269}" dt="2026-05-17T04:32:56.756" v="182" actId="20577"/>
          <ac:spMkLst>
            <pc:docMk/>
            <pc:sldMk cId="3928277632" sldId="257"/>
            <ac:spMk id="2" creationId="{5920A0F1-733F-6EEC-A5A0-7D42F5620F21}"/>
          </ac:spMkLst>
        </pc:spChg>
        <pc:spChg chg="add mod">
          <ac:chgData name="Sneha Gummadi" userId="2568281d3d9953d2" providerId="LiveId" clId="{D21ECDD1-3485-4081-B322-31B7AEA4D269}" dt="2026-05-19T01:16:13.311" v="1113" actId="1037"/>
          <ac:spMkLst>
            <pc:docMk/>
            <pc:sldMk cId="3928277632" sldId="257"/>
            <ac:spMk id="3" creationId="{8D9C6B52-6309-DACF-D245-BAEA698A8C93}"/>
          </ac:spMkLst>
        </pc:spChg>
        <pc:spChg chg="mod">
          <ac:chgData name="Sneha Gummadi" userId="2568281d3d9953d2" providerId="LiveId" clId="{D21ECDD1-3485-4081-B322-31B7AEA4D269}" dt="2026-05-19T01:15:18.774" v="1093" actId="20577"/>
          <ac:spMkLst>
            <pc:docMk/>
            <pc:sldMk cId="3928277632" sldId="257"/>
            <ac:spMk id="4" creationId="{AC01917F-E50E-0BA1-4A5F-615F70F1295D}"/>
          </ac:spMkLst>
        </pc:spChg>
        <pc:picChg chg="add mod ord">
          <ac:chgData name="Sneha Gummadi" userId="2568281d3d9953d2" providerId="LiveId" clId="{D21ECDD1-3485-4081-B322-31B7AEA4D269}" dt="2026-05-17T04:30:51.523" v="145" actId="14100"/>
          <ac:picMkLst>
            <pc:docMk/>
            <pc:sldMk cId="3928277632" sldId="257"/>
            <ac:picMk id="12" creationId="{4C3A004F-EB70-267D-D097-4EA4A953F99E}"/>
          </ac:picMkLst>
        </pc:picChg>
      </pc:sldChg>
      <pc:sldChg chg="addSp modSp new mod ord">
        <pc:chgData name="Sneha Gummadi" userId="2568281d3d9953d2" providerId="LiveId" clId="{D21ECDD1-3485-4081-B322-31B7AEA4D269}" dt="2026-05-17T04:30:20.328" v="138" actId="208"/>
        <pc:sldMkLst>
          <pc:docMk/>
          <pc:sldMk cId="3326647124" sldId="258"/>
        </pc:sldMkLst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7" creationId="{AE3A5A21-0E9A-E13F-DE1B-46B2C3DB007D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8" creationId="{37B99BAA-A651-B1E8-4E22-6E1D2AE9BB12}"/>
          </ac:spMkLst>
        </pc:spChg>
        <pc:spChg chg="mod">
          <ac:chgData name="Sneha Gummadi" userId="2568281d3d9953d2" providerId="LiveId" clId="{D21ECDD1-3485-4081-B322-31B7AEA4D269}" dt="2026-05-17T04:30:07.771" v="134" actId="13822"/>
          <ac:spMkLst>
            <pc:docMk/>
            <pc:sldMk cId="3326647124" sldId="258"/>
            <ac:spMk id="9" creationId="{D400220D-46E2-898F-1A8E-2226E88F4835}"/>
          </ac:spMkLst>
        </pc:spChg>
        <pc:spChg chg="mod">
          <ac:chgData name="Sneha Gummadi" userId="2568281d3d9953d2" providerId="LiveId" clId="{D21ECDD1-3485-4081-B322-31B7AEA4D269}" dt="2026-05-17T04:30:10.819" v="135" actId="13822"/>
          <ac:spMkLst>
            <pc:docMk/>
            <pc:sldMk cId="3326647124" sldId="258"/>
            <ac:spMk id="10" creationId="{CBB939A6-08BC-91F6-0616-1708D4CFF9AC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38" creationId="{AC3BCBA6-66D8-A178-73B2-A5E1439C16EB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39" creationId="{82FEC0BE-4270-39DB-07FC-8E263036CEE2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59" creationId="{6E5D3E70-CF18-05B9-AC4C-076E80841707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60" creationId="{05B6EF93-3E4F-F7AA-B245-B91E5CBE6804}"/>
          </ac:spMkLst>
        </pc:spChg>
        <pc:spChg chg="mod">
          <ac:chgData name="Sneha Gummadi" userId="2568281d3d9953d2" providerId="LiveId" clId="{D21ECDD1-3485-4081-B322-31B7AEA4D269}" dt="2026-05-17T04:28:06.774" v="3"/>
          <ac:spMkLst>
            <pc:docMk/>
            <pc:sldMk cId="3326647124" sldId="258"/>
            <ac:spMk id="61" creationId="{FAFF53B7-8BB0-2630-35B7-07E52507AE4E}"/>
          </ac:spMkLst>
        </pc:spChg>
        <pc:picChg chg="add mod">
          <ac:chgData name="Sneha Gummadi" userId="2568281d3d9953d2" providerId="LiveId" clId="{D21ECDD1-3485-4081-B322-31B7AEA4D269}" dt="2026-05-17T04:28:06.774" v="3"/>
          <ac:picMkLst>
            <pc:docMk/>
            <pc:sldMk cId="3326647124" sldId="258"/>
            <ac:picMk id="53" creationId="{C50C5A68-19D6-54C5-E454-8756B5DEA438}"/>
          </ac:picMkLst>
        </pc:picChg>
        <pc:cxnChg chg="mod">
          <ac:chgData name="Sneha Gummadi" userId="2568281d3d9953d2" providerId="LiveId" clId="{D21ECDD1-3485-4081-B322-31B7AEA4D269}" dt="2026-05-17T04:30:20.328" v="138" actId="208"/>
          <ac:cxnSpMkLst>
            <pc:docMk/>
            <pc:sldMk cId="3326647124" sldId="258"/>
            <ac:cxnSpMk id="14" creationId="{F4B36FED-AB51-3818-0137-F38593FFAA91}"/>
          </ac:cxnSpMkLst>
        </pc:cxnChg>
      </pc:sldChg>
      <pc:sldChg chg="modSp new mod">
        <pc:chgData name="Sneha Gummadi" userId="2568281d3d9953d2" providerId="LiveId" clId="{D21ECDD1-3485-4081-B322-31B7AEA4D269}" dt="2026-05-19T04:55:40.702" v="3328" actId="27636"/>
        <pc:sldMkLst>
          <pc:docMk/>
          <pc:sldMk cId="2672855816" sldId="259"/>
        </pc:sldMkLst>
        <pc:spChg chg="mod">
          <ac:chgData name="Sneha Gummadi" userId="2568281d3d9953d2" providerId="LiveId" clId="{D21ECDD1-3485-4081-B322-31B7AEA4D269}" dt="2026-05-17T04:28:16.769" v="20" actId="20577"/>
          <ac:spMkLst>
            <pc:docMk/>
            <pc:sldMk cId="2672855816" sldId="259"/>
            <ac:spMk id="2" creationId="{05391AA0-06E3-F583-8406-36A0CCF878F0}"/>
          </ac:spMkLst>
        </pc:spChg>
        <pc:spChg chg="mod">
          <ac:chgData name="Sneha Gummadi" userId="2568281d3d9953d2" providerId="LiveId" clId="{D21ECDD1-3485-4081-B322-31B7AEA4D269}" dt="2026-05-19T04:55:40.702" v="3328" actId="27636"/>
          <ac:spMkLst>
            <pc:docMk/>
            <pc:sldMk cId="2672855816" sldId="259"/>
            <ac:spMk id="3" creationId="{1E470A31-1945-3A1F-4A1E-318BC32B9674}"/>
          </ac:spMkLst>
        </pc:spChg>
      </pc:sldChg>
      <pc:sldChg chg="addSp delSp modSp new mod modClrScheme chgLayout">
        <pc:chgData name="Sneha Gummadi" userId="2568281d3d9953d2" providerId="LiveId" clId="{D21ECDD1-3485-4081-B322-31B7AEA4D269}" dt="2026-05-19T04:56:36.135" v="3344" actId="15"/>
        <pc:sldMkLst>
          <pc:docMk/>
          <pc:sldMk cId="3094819824" sldId="260"/>
        </pc:sldMkLst>
        <pc:spChg chg="del mod ord">
          <ac:chgData name="Sneha Gummadi" userId="2568281d3d9953d2" providerId="LiveId" clId="{D21ECDD1-3485-4081-B322-31B7AEA4D269}" dt="2026-05-19T01:16:44.803" v="1115" actId="700"/>
          <ac:spMkLst>
            <pc:docMk/>
            <pc:sldMk cId="3094819824" sldId="260"/>
            <ac:spMk id="2" creationId="{78B4BF0D-755A-F38C-DD17-DB9C5CC1DA2F}"/>
          </ac:spMkLst>
        </pc:spChg>
        <pc:spChg chg="add mod ord">
          <ac:chgData name="Sneha Gummadi" userId="2568281d3d9953d2" providerId="LiveId" clId="{D21ECDD1-3485-4081-B322-31B7AEA4D269}" dt="2026-05-19T01:37:06.604" v="1123" actId="20577"/>
          <ac:spMkLst>
            <pc:docMk/>
            <pc:sldMk cId="3094819824" sldId="260"/>
            <ac:spMk id="3" creationId="{328D9670-0C49-EB6F-A024-17602B6D97D5}"/>
          </ac:spMkLst>
        </pc:spChg>
        <pc:spChg chg="add mod ord">
          <ac:chgData name="Sneha Gummadi" userId="2568281d3d9953d2" providerId="LiveId" clId="{D21ECDD1-3485-4081-B322-31B7AEA4D269}" dt="2026-05-19T04:56:36.135" v="3344" actId="15"/>
          <ac:spMkLst>
            <pc:docMk/>
            <pc:sldMk cId="3094819824" sldId="260"/>
            <ac:spMk id="4" creationId="{53F8F5CC-9FE6-9A99-F6C4-D7C3101C7909}"/>
          </ac:spMkLst>
        </pc:spChg>
      </pc:sldChg>
      <pc:sldChg chg="addSp delSp modSp new mod modClrScheme chgLayout">
        <pc:chgData name="Sneha Gummadi" userId="2568281d3d9953d2" providerId="LiveId" clId="{D21ECDD1-3485-4081-B322-31B7AEA4D269}" dt="2026-05-19T05:39:51.986" v="3983" actId="20577"/>
        <pc:sldMkLst>
          <pc:docMk/>
          <pc:sldMk cId="412146501" sldId="261"/>
        </pc:sldMkLst>
        <pc:spChg chg="mod ord">
          <ac:chgData name="Sneha Gummadi" userId="2568281d3d9953d2" providerId="LiveId" clId="{D21ECDD1-3485-4081-B322-31B7AEA4D269}" dt="2026-05-19T03:10:56.442" v="2588" actId="6549"/>
          <ac:spMkLst>
            <pc:docMk/>
            <pc:sldMk cId="412146501" sldId="261"/>
            <ac:spMk id="2" creationId="{A3A95846-804B-26E0-123D-BE255AA390EE}"/>
          </ac:spMkLst>
        </pc:spChg>
        <pc:spChg chg="add mod ord">
          <ac:chgData name="Sneha Gummadi" userId="2568281d3d9953d2" providerId="LiveId" clId="{D21ECDD1-3485-4081-B322-31B7AEA4D269}" dt="2026-05-19T05:39:51.986" v="3983" actId="20577"/>
          <ac:spMkLst>
            <pc:docMk/>
            <pc:sldMk cId="412146501" sldId="261"/>
            <ac:spMk id="3" creationId="{9A4F0E1C-6425-CDD1-A1C1-5D927205C7C7}"/>
          </ac:spMkLst>
        </pc:spChg>
        <pc:spChg chg="add del">
          <ac:chgData name="Sneha Gummadi" userId="2568281d3d9953d2" providerId="LiveId" clId="{D21ECDD1-3485-4081-B322-31B7AEA4D269}" dt="2026-05-19T02:02:25.088" v="1678" actId="11529"/>
          <ac:spMkLst>
            <pc:docMk/>
            <pc:sldMk cId="412146501" sldId="261"/>
            <ac:spMk id="4" creationId="{A83E36C8-6E4A-9E62-9821-9E4E1F06FB0F}"/>
          </ac:spMkLst>
        </pc:spChg>
        <pc:spChg chg="add mod">
          <ac:chgData name="Sneha Gummadi" userId="2568281d3d9953d2" providerId="LiveId" clId="{D21ECDD1-3485-4081-B322-31B7AEA4D269}" dt="2026-05-19T02:06:33.357" v="1873" actId="13822"/>
          <ac:spMkLst>
            <pc:docMk/>
            <pc:sldMk cId="412146501" sldId="261"/>
            <ac:spMk id="5" creationId="{5997BE2C-7201-7F57-6404-D27B65B7A58B}"/>
          </ac:spMkLst>
        </pc:spChg>
        <pc:spChg chg="add mod">
          <ac:chgData name="Sneha Gummadi" userId="2568281d3d9953d2" providerId="LiveId" clId="{D21ECDD1-3485-4081-B322-31B7AEA4D269}" dt="2026-05-19T02:03:54.715" v="1747" actId="14100"/>
          <ac:spMkLst>
            <pc:docMk/>
            <pc:sldMk cId="412146501" sldId="261"/>
            <ac:spMk id="8" creationId="{3086628E-E5AA-76F2-5AA3-431C19F92E78}"/>
          </ac:spMkLst>
        </pc:spChg>
        <pc:spChg chg="add del mod">
          <ac:chgData name="Sneha Gummadi" userId="2568281d3d9953d2" providerId="LiveId" clId="{D21ECDD1-3485-4081-B322-31B7AEA4D269}" dt="2026-05-19T04:55:34.735" v="3323" actId="478"/>
          <ac:spMkLst>
            <pc:docMk/>
            <pc:sldMk cId="412146501" sldId="261"/>
            <ac:spMk id="13" creationId="{159DEDAB-48A3-3A10-F759-E8A0CBCCBCC5}"/>
          </ac:spMkLst>
        </pc:spChg>
        <pc:cxnChg chg="add mod">
          <ac:chgData name="Sneha Gummadi" userId="2568281d3d9953d2" providerId="LiveId" clId="{D21ECDD1-3485-4081-B322-31B7AEA4D269}" dt="2026-05-19T02:06:35.583" v="1874" actId="13822"/>
          <ac:cxnSpMkLst>
            <pc:docMk/>
            <pc:sldMk cId="412146501" sldId="261"/>
            <ac:cxnSpMk id="7" creationId="{A20F4882-53D4-E6D5-F4AD-8D9B78C9C365}"/>
          </ac:cxnSpMkLst>
        </pc:cxnChg>
        <pc:cxnChg chg="add del mod">
          <ac:chgData name="Sneha Gummadi" userId="2568281d3d9953d2" providerId="LiveId" clId="{D21ECDD1-3485-4081-B322-31B7AEA4D269}" dt="2026-05-19T04:55:31.934" v="3322" actId="478"/>
          <ac:cxnSpMkLst>
            <pc:docMk/>
            <pc:sldMk cId="412146501" sldId="261"/>
            <ac:cxnSpMk id="9" creationId="{9B79708A-9671-E3BB-245C-EB314EE32564}"/>
          </ac:cxnSpMkLst>
        </pc:cxnChg>
      </pc:sldChg>
      <pc:sldChg chg="addSp delSp modSp new mod chgLayout">
        <pc:chgData name="Sneha Gummadi" userId="2568281d3d9953d2" providerId="LiveId" clId="{D21ECDD1-3485-4081-B322-31B7AEA4D269}" dt="2026-05-19T05:38:59.251" v="3880" actId="13822"/>
        <pc:sldMkLst>
          <pc:docMk/>
          <pc:sldMk cId="2788286558" sldId="262"/>
        </pc:sldMkLst>
        <pc:spChg chg="mod ord">
          <ac:chgData name="Sneha Gummadi" userId="2568281d3d9953d2" providerId="LiveId" clId="{D21ECDD1-3485-4081-B322-31B7AEA4D269}" dt="2026-05-19T03:04:43.579" v="2468" actId="14100"/>
          <ac:spMkLst>
            <pc:docMk/>
            <pc:sldMk cId="2788286558" sldId="262"/>
            <ac:spMk id="2" creationId="{413B6E15-1429-44B3-382E-DBD18A5BDF4F}"/>
          </ac:spMkLst>
        </pc:spChg>
        <pc:spChg chg="del">
          <ac:chgData name="Sneha Gummadi" userId="2568281d3d9953d2" providerId="LiveId" clId="{D21ECDD1-3485-4081-B322-31B7AEA4D269}" dt="2026-05-19T02:07:15.483" v="1899" actId="478"/>
          <ac:spMkLst>
            <pc:docMk/>
            <pc:sldMk cId="2788286558" sldId="262"/>
            <ac:spMk id="3" creationId="{8A5B3D73-144E-39CE-01BA-2554BC29C18E}"/>
          </ac:spMkLst>
        </pc:spChg>
        <pc:spChg chg="add mod">
          <ac:chgData name="Sneha Gummadi" userId="2568281d3d9953d2" providerId="LiveId" clId="{D21ECDD1-3485-4081-B322-31B7AEA4D269}" dt="2026-05-19T03:05:12.165" v="2473" actId="1076"/>
          <ac:spMkLst>
            <pc:docMk/>
            <pc:sldMk cId="2788286558" sldId="262"/>
            <ac:spMk id="4" creationId="{7F7F9C82-1F0A-AB7A-4C54-F2790889D858}"/>
          </ac:spMkLst>
        </pc:spChg>
        <pc:spChg chg="add mod">
          <ac:chgData name="Sneha Gummadi" userId="2568281d3d9953d2" providerId="LiveId" clId="{D21ECDD1-3485-4081-B322-31B7AEA4D269}" dt="2026-05-19T03:05:12.165" v="2473" actId="1076"/>
          <ac:spMkLst>
            <pc:docMk/>
            <pc:sldMk cId="2788286558" sldId="262"/>
            <ac:spMk id="5" creationId="{5BDA2582-3D69-AC59-3131-8A361ABD3F36}"/>
          </ac:spMkLst>
        </pc:spChg>
        <pc:spChg chg="add mod">
          <ac:chgData name="Sneha Gummadi" userId="2568281d3d9953d2" providerId="LiveId" clId="{D21ECDD1-3485-4081-B322-31B7AEA4D269}" dt="2026-05-19T03:05:12.165" v="2473" actId="1076"/>
          <ac:spMkLst>
            <pc:docMk/>
            <pc:sldMk cId="2788286558" sldId="262"/>
            <ac:spMk id="6" creationId="{92992F8D-B1D3-973E-876C-937E1ABCFB63}"/>
          </ac:spMkLst>
        </pc:spChg>
        <pc:spChg chg="add mod">
          <ac:chgData name="Sneha Gummadi" userId="2568281d3d9953d2" providerId="LiveId" clId="{D21ECDD1-3485-4081-B322-31B7AEA4D269}" dt="2026-05-19T03:04:56.855" v="2471" actId="14100"/>
          <ac:spMkLst>
            <pc:docMk/>
            <pc:sldMk cId="2788286558" sldId="262"/>
            <ac:spMk id="7" creationId="{1C680230-28E0-FAE5-0B9B-BBC57D43F734}"/>
          </ac:spMkLst>
        </pc:spChg>
        <pc:spChg chg="add mod">
          <ac:chgData name="Sneha Gummadi" userId="2568281d3d9953d2" providerId="LiveId" clId="{D21ECDD1-3485-4081-B322-31B7AEA4D269}" dt="2026-05-19T03:04:56.855" v="2471" actId="14100"/>
          <ac:spMkLst>
            <pc:docMk/>
            <pc:sldMk cId="2788286558" sldId="262"/>
            <ac:spMk id="8" creationId="{A7AF1CD8-2E17-9F56-9BFA-D65D07EDC7D8}"/>
          </ac:spMkLst>
        </pc:spChg>
        <pc:spChg chg="add mod">
          <ac:chgData name="Sneha Gummadi" userId="2568281d3d9953d2" providerId="LiveId" clId="{D21ECDD1-3485-4081-B322-31B7AEA4D269}" dt="2026-05-19T05:38:59.251" v="3880" actId="13822"/>
          <ac:spMkLst>
            <pc:docMk/>
            <pc:sldMk cId="2788286558" sldId="262"/>
            <ac:spMk id="9" creationId="{B66340D7-3756-F3BC-773B-0EC6D9BDF44B}"/>
          </ac:spMkLst>
        </pc:spChg>
        <pc:spChg chg="add mod">
          <ac:chgData name="Sneha Gummadi" userId="2568281d3d9953d2" providerId="LiveId" clId="{D21ECDD1-3485-4081-B322-31B7AEA4D269}" dt="2026-05-19T03:04:56.855" v="2471" actId="14100"/>
          <ac:spMkLst>
            <pc:docMk/>
            <pc:sldMk cId="2788286558" sldId="262"/>
            <ac:spMk id="10" creationId="{60B6E3A6-3638-08F8-F138-05619D31E456}"/>
          </ac:spMkLst>
        </pc:spChg>
        <pc:spChg chg="add mod">
          <ac:chgData name="Sneha Gummadi" userId="2568281d3d9953d2" providerId="LiveId" clId="{D21ECDD1-3485-4081-B322-31B7AEA4D269}" dt="2026-05-19T03:04:56.855" v="2471" actId="14100"/>
          <ac:spMkLst>
            <pc:docMk/>
            <pc:sldMk cId="2788286558" sldId="262"/>
            <ac:spMk id="11" creationId="{7207BFA8-465E-AC57-4F22-812068F75633}"/>
          </ac:spMkLst>
        </pc:spChg>
        <pc:spChg chg="add mod">
          <ac:chgData name="Sneha Gummadi" userId="2568281d3d9953d2" providerId="LiveId" clId="{D21ECDD1-3485-4081-B322-31B7AEA4D269}" dt="2026-05-19T05:38:56.486" v="3879" actId="13822"/>
          <ac:spMkLst>
            <pc:docMk/>
            <pc:sldMk cId="2788286558" sldId="262"/>
            <ac:spMk id="12" creationId="{1B938903-6175-3972-C4B2-01EA1F360813}"/>
          </ac:spMkLst>
        </pc:spChg>
        <pc:spChg chg="add mod ord">
          <ac:chgData name="Sneha Gummadi" userId="2568281d3d9953d2" providerId="LiveId" clId="{D21ECDD1-3485-4081-B322-31B7AEA4D269}" dt="2026-05-19T03:50:13.927" v="2914" actId="20577"/>
          <ac:spMkLst>
            <pc:docMk/>
            <pc:sldMk cId="2788286558" sldId="262"/>
            <ac:spMk id="13" creationId="{0015FEC0-E98D-F355-9462-E63E002EDCAF}"/>
          </ac:spMkLst>
        </pc:spChg>
        <pc:cxnChg chg="add mod">
          <ac:chgData name="Sneha Gummadi" userId="2568281d3d9953d2" providerId="LiveId" clId="{D21ECDD1-3485-4081-B322-31B7AEA4D269}" dt="2026-05-19T04:54:24.284" v="3305" actId="13822"/>
          <ac:cxnSpMkLst>
            <pc:docMk/>
            <pc:sldMk cId="2788286558" sldId="262"/>
            <ac:cxnSpMk id="15" creationId="{C6409AE9-8254-3C84-E460-A56ADFC6C7C4}"/>
          </ac:cxnSpMkLst>
        </pc:cxnChg>
        <pc:cxnChg chg="add mod">
          <ac:chgData name="Sneha Gummadi" userId="2568281d3d9953d2" providerId="LiveId" clId="{D21ECDD1-3485-4081-B322-31B7AEA4D269}" dt="2026-05-19T04:54:30.507" v="3307" actId="13822"/>
          <ac:cxnSpMkLst>
            <pc:docMk/>
            <pc:sldMk cId="2788286558" sldId="262"/>
            <ac:cxnSpMk id="17" creationId="{6076255A-57B4-94F8-0B35-EEB5A2DD59BA}"/>
          </ac:cxnSpMkLst>
        </pc:cxnChg>
        <pc:cxnChg chg="add mod">
          <ac:chgData name="Sneha Gummadi" userId="2568281d3d9953d2" providerId="LiveId" clId="{D21ECDD1-3485-4081-B322-31B7AEA4D269}" dt="2026-05-19T04:54:37.534" v="3309" actId="13822"/>
          <ac:cxnSpMkLst>
            <pc:docMk/>
            <pc:sldMk cId="2788286558" sldId="262"/>
            <ac:cxnSpMk id="19" creationId="{7EDFC430-B3A5-6CE8-B703-C4547CDD083A}"/>
          </ac:cxnSpMkLst>
        </pc:cxnChg>
        <pc:cxnChg chg="add mod">
          <ac:chgData name="Sneha Gummadi" userId="2568281d3d9953d2" providerId="LiveId" clId="{D21ECDD1-3485-4081-B322-31B7AEA4D269}" dt="2026-05-19T04:54:43.160" v="3311" actId="13822"/>
          <ac:cxnSpMkLst>
            <pc:docMk/>
            <pc:sldMk cId="2788286558" sldId="262"/>
            <ac:cxnSpMk id="21" creationId="{2C24799F-3DFD-EF9D-E590-6349BCCA719F}"/>
          </ac:cxnSpMkLst>
        </pc:cxnChg>
        <pc:cxnChg chg="add mod">
          <ac:chgData name="Sneha Gummadi" userId="2568281d3d9953d2" providerId="LiveId" clId="{D21ECDD1-3485-4081-B322-31B7AEA4D269}" dt="2026-05-19T04:54:47.850" v="3313" actId="13822"/>
          <ac:cxnSpMkLst>
            <pc:docMk/>
            <pc:sldMk cId="2788286558" sldId="262"/>
            <ac:cxnSpMk id="23" creationId="{C566DCDE-B812-B626-AD81-87133102D62B}"/>
          </ac:cxnSpMkLst>
        </pc:cxnChg>
        <pc:cxnChg chg="add mod">
          <ac:chgData name="Sneha Gummadi" userId="2568281d3d9953d2" providerId="LiveId" clId="{D21ECDD1-3485-4081-B322-31B7AEA4D269}" dt="2026-05-19T04:54:53.193" v="3315" actId="13822"/>
          <ac:cxnSpMkLst>
            <pc:docMk/>
            <pc:sldMk cId="2788286558" sldId="262"/>
            <ac:cxnSpMk id="25" creationId="{79BED032-2AAD-6818-109F-58A9A1274611}"/>
          </ac:cxnSpMkLst>
        </pc:cxnChg>
        <pc:cxnChg chg="add mod">
          <ac:chgData name="Sneha Gummadi" userId="2568281d3d9953d2" providerId="LiveId" clId="{D21ECDD1-3485-4081-B322-31B7AEA4D269}" dt="2026-05-19T04:54:58.033" v="3317" actId="13822"/>
          <ac:cxnSpMkLst>
            <pc:docMk/>
            <pc:sldMk cId="2788286558" sldId="262"/>
            <ac:cxnSpMk id="27" creationId="{28F75A6A-92BE-F244-9818-39F5BD3670A7}"/>
          </ac:cxnSpMkLst>
        </pc:cxnChg>
        <pc:cxnChg chg="add mod">
          <ac:chgData name="Sneha Gummadi" userId="2568281d3d9953d2" providerId="LiveId" clId="{D21ECDD1-3485-4081-B322-31B7AEA4D269}" dt="2026-05-19T04:55:04.184" v="3319" actId="13822"/>
          <ac:cxnSpMkLst>
            <pc:docMk/>
            <pc:sldMk cId="2788286558" sldId="262"/>
            <ac:cxnSpMk id="29" creationId="{4929CF01-7789-3FF9-AD44-2B3E06555B38}"/>
          </ac:cxnSpMkLst>
        </pc:cxnChg>
      </pc:sldChg>
      <pc:sldChg chg="addSp delSp modSp new mod">
        <pc:chgData name="Sneha Gummadi" userId="2568281d3d9953d2" providerId="LiveId" clId="{D21ECDD1-3485-4081-B322-31B7AEA4D269}" dt="2026-05-19T04:25:35.569" v="3016" actId="1076"/>
        <pc:sldMkLst>
          <pc:docMk/>
          <pc:sldMk cId="2738127468" sldId="263"/>
        </pc:sldMkLst>
        <pc:spChg chg="mod">
          <ac:chgData name="Sneha Gummadi" userId="2568281d3d9953d2" providerId="LiveId" clId="{D21ECDD1-3485-4081-B322-31B7AEA4D269}" dt="2026-05-19T03:09:13.247" v="2537" actId="20577"/>
          <ac:spMkLst>
            <pc:docMk/>
            <pc:sldMk cId="2738127468" sldId="263"/>
            <ac:spMk id="2" creationId="{B4CD74C7-D01B-E7CC-4ED9-D129012E522B}"/>
          </ac:spMkLst>
        </pc:spChg>
        <pc:spChg chg="del">
          <ac:chgData name="Sneha Gummadi" userId="2568281d3d9953d2" providerId="LiveId" clId="{D21ECDD1-3485-4081-B322-31B7AEA4D269}" dt="2026-05-19T03:13:08.467" v="2589" actId="3680"/>
          <ac:spMkLst>
            <pc:docMk/>
            <pc:sldMk cId="2738127468" sldId="263"/>
            <ac:spMk id="3" creationId="{AAD120F0-E0BF-0F3F-7F68-A1BA50217B22}"/>
          </ac:spMkLst>
        </pc:spChg>
        <pc:spChg chg="add del mod">
          <ac:chgData name="Sneha Gummadi" userId="2568281d3d9953d2" providerId="LiveId" clId="{D21ECDD1-3485-4081-B322-31B7AEA4D269}" dt="2026-05-19T03:37:43.022" v="2781"/>
          <ac:spMkLst>
            <pc:docMk/>
            <pc:sldMk cId="2738127468" sldId="263"/>
            <ac:spMk id="6" creationId="{75DB8565-F10D-CB2D-6104-32DA6EAFFD1D}"/>
          </ac:spMkLst>
        </pc:spChg>
        <pc:spChg chg="add del mod">
          <ac:chgData name="Sneha Gummadi" userId="2568281d3d9953d2" providerId="LiveId" clId="{D21ECDD1-3485-4081-B322-31B7AEA4D269}" dt="2026-05-19T04:13:41.861" v="2959" actId="478"/>
          <ac:spMkLst>
            <pc:docMk/>
            <pc:sldMk cId="2738127468" sldId="263"/>
            <ac:spMk id="11" creationId="{AB167243-B33A-985E-5EFE-D942DBF691C6}"/>
          </ac:spMkLst>
        </pc:spChg>
        <pc:spChg chg="add mod">
          <ac:chgData name="Sneha Gummadi" userId="2568281d3d9953d2" providerId="LiveId" clId="{D21ECDD1-3485-4081-B322-31B7AEA4D269}" dt="2026-05-19T04:13:17.857" v="2951" actId="122"/>
          <ac:spMkLst>
            <pc:docMk/>
            <pc:sldMk cId="2738127468" sldId="263"/>
            <ac:spMk id="13" creationId="{BC0CE920-4C4B-E71F-2412-664CD1C075A3}"/>
          </ac:spMkLst>
        </pc:spChg>
        <pc:spChg chg="add mod">
          <ac:chgData name="Sneha Gummadi" userId="2568281d3d9953d2" providerId="LiveId" clId="{D21ECDD1-3485-4081-B322-31B7AEA4D269}" dt="2026-05-19T04:13:50.393" v="2961" actId="1076"/>
          <ac:spMkLst>
            <pc:docMk/>
            <pc:sldMk cId="2738127468" sldId="263"/>
            <ac:spMk id="14" creationId="{CD21E4D3-C290-6585-1FB0-A272650C1FBC}"/>
          </ac:spMkLst>
        </pc:spChg>
        <pc:spChg chg="add del mod">
          <ac:chgData name="Sneha Gummadi" userId="2568281d3d9953d2" providerId="LiveId" clId="{D21ECDD1-3485-4081-B322-31B7AEA4D269}" dt="2026-05-19T04:13:45.177" v="2960" actId="478"/>
          <ac:spMkLst>
            <pc:docMk/>
            <pc:sldMk cId="2738127468" sldId="263"/>
            <ac:spMk id="16" creationId="{2C15E815-081F-A68C-FDB0-C26202B98392}"/>
          </ac:spMkLst>
        </pc:spChg>
        <pc:graphicFrameChg chg="add del mod ord modGraphic">
          <ac:chgData name="Sneha Gummadi" userId="2568281d3d9953d2" providerId="LiveId" clId="{D21ECDD1-3485-4081-B322-31B7AEA4D269}" dt="2026-05-19T03:17:44.373" v="2780" actId="478"/>
          <ac:graphicFrameMkLst>
            <pc:docMk/>
            <pc:sldMk cId="2738127468" sldId="263"/>
            <ac:graphicFrameMk id="4" creationId="{18DD3934-396A-8377-15DE-3C770A7D66C7}"/>
          </ac:graphicFrameMkLst>
        </pc:graphicFrameChg>
        <pc:graphicFrameChg chg="add mod modGraphic">
          <ac:chgData name="Sneha Gummadi" userId="2568281d3d9953d2" providerId="LiveId" clId="{D21ECDD1-3485-4081-B322-31B7AEA4D269}" dt="2026-05-19T04:12:49.096" v="2938" actId="1076"/>
          <ac:graphicFrameMkLst>
            <pc:docMk/>
            <pc:sldMk cId="2738127468" sldId="263"/>
            <ac:graphicFrameMk id="9" creationId="{85C70324-6A12-83F6-1B31-025CFCFFFBF2}"/>
          </ac:graphicFrameMkLst>
        </pc:graphicFrameChg>
        <pc:graphicFrameChg chg="add mod modGraphic">
          <ac:chgData name="Sneha Gummadi" userId="2568281d3d9953d2" providerId="LiveId" clId="{D21ECDD1-3485-4081-B322-31B7AEA4D269}" dt="2026-05-19T04:24:58.897" v="3003" actId="20577"/>
          <ac:graphicFrameMkLst>
            <pc:docMk/>
            <pc:sldMk cId="2738127468" sldId="263"/>
            <ac:graphicFrameMk id="17" creationId="{92C484D9-B209-D21C-0E53-784812CE00AF}"/>
          </ac:graphicFrameMkLst>
        </pc:graphicFrameChg>
        <pc:picChg chg="add del mod">
          <ac:chgData name="Sneha Gummadi" userId="2568281d3d9953d2" providerId="LiveId" clId="{D21ECDD1-3485-4081-B322-31B7AEA4D269}" dt="2026-05-19T03:48:30.908" v="2897" actId="478"/>
          <ac:picMkLst>
            <pc:docMk/>
            <pc:sldMk cId="2738127468" sldId="263"/>
            <ac:picMk id="7" creationId="{1A79048B-FD86-8DB5-D703-5423A4E2087A}"/>
          </ac:picMkLst>
        </pc:picChg>
        <pc:picChg chg="add mod">
          <ac:chgData name="Sneha Gummadi" userId="2568281d3d9953d2" providerId="LiveId" clId="{D21ECDD1-3485-4081-B322-31B7AEA4D269}" dt="2026-05-19T04:25:35.569" v="3016" actId="1076"/>
          <ac:picMkLst>
            <pc:docMk/>
            <pc:sldMk cId="2738127468" sldId="263"/>
            <ac:picMk id="8" creationId="{EE350EB5-F629-7EA5-0459-A306AB6DE483}"/>
          </ac:picMkLst>
        </pc:picChg>
        <pc:picChg chg="add mod">
          <ac:chgData name="Sneha Gummadi" userId="2568281d3d9953d2" providerId="LiveId" clId="{D21ECDD1-3485-4081-B322-31B7AEA4D269}" dt="2026-05-19T04:25:21.283" v="3010" actId="14100"/>
          <ac:picMkLst>
            <pc:docMk/>
            <pc:sldMk cId="2738127468" sldId="263"/>
            <ac:picMk id="12" creationId="{3E923415-71D8-7A16-39AF-FD344D4BD12D}"/>
          </ac:picMkLst>
        </pc:picChg>
        <pc:picChg chg="add mod">
          <ac:chgData name="Sneha Gummadi" userId="2568281d3d9953d2" providerId="LiveId" clId="{D21ECDD1-3485-4081-B322-31B7AEA4D269}" dt="2026-05-19T04:25:10.184" v="3007" actId="1076"/>
          <ac:picMkLst>
            <pc:docMk/>
            <pc:sldMk cId="2738127468" sldId="263"/>
            <ac:picMk id="18" creationId="{9C168A94-81B0-2056-6B95-C7881E153E8E}"/>
          </ac:picMkLst>
        </pc:picChg>
        <pc:picChg chg="add mod">
          <ac:chgData name="Sneha Gummadi" userId="2568281d3d9953d2" providerId="LiveId" clId="{D21ECDD1-3485-4081-B322-31B7AEA4D269}" dt="2026-05-19T04:25:33.740" v="3015" actId="1076"/>
          <ac:picMkLst>
            <pc:docMk/>
            <pc:sldMk cId="2738127468" sldId="263"/>
            <ac:picMk id="19" creationId="{314D623F-98F9-8325-9725-054D9A76ABC7}"/>
          </ac:picMkLst>
        </pc:picChg>
      </pc:sldChg>
      <pc:sldChg chg="modSp new mod">
        <pc:chgData name="Sneha Gummadi" userId="2568281d3d9953d2" providerId="LiveId" clId="{D21ECDD1-3485-4081-B322-31B7AEA4D269}" dt="2026-05-19T05:47:17.649" v="3990" actId="6549"/>
        <pc:sldMkLst>
          <pc:docMk/>
          <pc:sldMk cId="2679004454" sldId="264"/>
        </pc:sldMkLst>
        <pc:spChg chg="mod">
          <ac:chgData name="Sneha Gummadi" userId="2568281d3d9953d2" providerId="LiveId" clId="{D21ECDD1-3485-4081-B322-31B7AEA4D269}" dt="2026-05-19T03:09:35.773" v="2548" actId="20577"/>
          <ac:spMkLst>
            <pc:docMk/>
            <pc:sldMk cId="2679004454" sldId="264"/>
            <ac:spMk id="2" creationId="{2C73194E-3E86-111E-9959-C76D47E90610}"/>
          </ac:spMkLst>
        </pc:spChg>
        <pc:spChg chg="mod">
          <ac:chgData name="Sneha Gummadi" userId="2568281d3d9953d2" providerId="LiveId" clId="{D21ECDD1-3485-4081-B322-31B7AEA4D269}" dt="2026-05-19T05:47:17.649" v="3990" actId="6549"/>
          <ac:spMkLst>
            <pc:docMk/>
            <pc:sldMk cId="2679004454" sldId="264"/>
            <ac:spMk id="3" creationId="{83BB186D-7C1D-53C4-86EC-CD122BF2F5F3}"/>
          </ac:spMkLst>
        </pc:spChg>
      </pc:sldChg>
      <pc:sldChg chg="addSp delSp modSp new mod chgLayout">
        <pc:chgData name="Sneha Gummadi" userId="2568281d3d9953d2" providerId="LiveId" clId="{D21ECDD1-3485-4081-B322-31B7AEA4D269}" dt="2026-05-19T04:54:02.989" v="3303" actId="15"/>
        <pc:sldMkLst>
          <pc:docMk/>
          <pc:sldMk cId="20199218" sldId="265"/>
        </pc:sldMkLst>
        <pc:spChg chg="mod ord">
          <ac:chgData name="Sneha Gummadi" userId="2568281d3d9953d2" providerId="LiveId" clId="{D21ECDD1-3485-4081-B322-31B7AEA4D269}" dt="2026-05-19T04:36:50.486" v="3089" actId="14100"/>
          <ac:spMkLst>
            <pc:docMk/>
            <pc:sldMk cId="20199218" sldId="265"/>
            <ac:spMk id="2" creationId="{6B5F5FE6-11A2-7F67-C137-15E989F817C4}"/>
          </ac:spMkLst>
        </pc:spChg>
        <pc:spChg chg="del">
          <ac:chgData name="Sneha Gummadi" userId="2568281d3d9953d2" providerId="LiveId" clId="{D21ECDD1-3485-4081-B322-31B7AEA4D269}" dt="2026-05-19T04:26:19.131" v="3061" actId="478"/>
          <ac:spMkLst>
            <pc:docMk/>
            <pc:sldMk cId="20199218" sldId="265"/>
            <ac:spMk id="3" creationId="{9602C5D4-601F-1115-A872-0C94F6B7EB57}"/>
          </ac:spMkLst>
        </pc:spChg>
        <pc:spChg chg="add mod ord">
          <ac:chgData name="Sneha Gummadi" userId="2568281d3d9953d2" providerId="LiveId" clId="{D21ECDD1-3485-4081-B322-31B7AEA4D269}" dt="2026-05-19T04:54:02.989" v="3303" actId="15"/>
          <ac:spMkLst>
            <pc:docMk/>
            <pc:sldMk cId="20199218" sldId="265"/>
            <ac:spMk id="7" creationId="{B0EAA4CF-A845-C9D1-5266-EF5065D9948B}"/>
          </ac:spMkLst>
        </pc:spChg>
        <pc:picChg chg="add del mod">
          <ac:chgData name="Sneha Gummadi" userId="2568281d3d9953d2" providerId="LiveId" clId="{D21ECDD1-3485-4081-B322-31B7AEA4D269}" dt="2026-05-19T04:27:06.695" v="3072" actId="478"/>
          <ac:picMkLst>
            <pc:docMk/>
            <pc:sldMk cId="20199218" sldId="265"/>
            <ac:picMk id="4" creationId="{34F0F309-98F4-FB15-998B-15EA3333223E}"/>
          </ac:picMkLst>
        </pc:picChg>
        <pc:picChg chg="add del mod">
          <ac:chgData name="Sneha Gummadi" userId="2568281d3d9953d2" providerId="LiveId" clId="{D21ECDD1-3485-4081-B322-31B7AEA4D269}" dt="2026-05-19T04:27:08.003" v="3073" actId="478"/>
          <ac:picMkLst>
            <pc:docMk/>
            <pc:sldMk cId="20199218" sldId="265"/>
            <ac:picMk id="5" creationId="{26E1702D-3683-253D-8580-803413EF5425}"/>
          </ac:picMkLst>
        </pc:picChg>
        <pc:picChg chg="add mod modCrop">
          <ac:chgData name="Sneha Gummadi" userId="2568281d3d9953d2" providerId="LiveId" clId="{D21ECDD1-3485-4081-B322-31B7AEA4D269}" dt="2026-05-19T04:53:56.762" v="3299" actId="1076"/>
          <ac:picMkLst>
            <pc:docMk/>
            <pc:sldMk cId="20199218" sldId="265"/>
            <ac:picMk id="6" creationId="{FCFCDEFF-4DD9-9E7F-E1EB-6A512E7C38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35E4C-4067-B640-6699-B750B233F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7ACA9-BD04-C5AF-6B57-DA57ADB4E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39302-7445-5595-8F1E-8A72453E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9C199-AECD-7D4E-5F3A-24D6E4C6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3C0E-37CB-1DBF-9DD6-9509AFC9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1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EBFD-5DF3-4E2C-F4BD-71C4CD78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34C7-169F-6E42-119A-E528BD89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055A7-AF02-5654-314E-180B5A9F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430A1-2BC5-4EE6-4809-65C8B24C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B6902-0464-6F4C-E48A-B742CEFC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3920-E7C1-3831-A666-219B034B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B642-C733-235C-211E-633CBB078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FFD6-817A-6F58-002C-1432F45D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53B91-6A66-2EF4-EEA1-6A4FAECC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7C3C-6D53-B8CB-E60B-985DC4E0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F8E-177F-6B8F-53CA-FDAD0842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5059-AAD3-3BEA-F827-D08BEC9B5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D567E-8237-B170-FEBE-ED52A5032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D83AA-2BC1-840B-E869-4F60F913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E0CA2-1F4A-529F-6F11-20021DAF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AA76-C8F4-0540-4E53-35DAEF4D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2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A4A7-C249-B448-1763-FD866768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CF4D0-D64D-5C2C-D48E-31ADB72E2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4609A-4D89-E726-2AAE-E409459D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CBA43-8FA8-6EA3-034A-5AA09E01A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D2703-D41C-6B5F-3CC9-21EBAE836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9638A-57BD-026A-3429-EC23A73B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77715-9081-857F-3BD1-D3B49916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4A7DA-DC2D-D40F-E7BB-B7BC4631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3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616B-04BE-5800-7BBB-566D98FB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C38D4-1479-7D20-A0C5-CE232321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21077-DFDF-B220-9F67-6C88F15A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54BA1-48CE-3DB4-9500-03A7FC72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8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270CD-8015-5B2E-0DA7-52683448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DF637-5737-75ED-E4D2-8620A116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14060-31B2-C3C3-1DF5-E113B9D5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3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53EF-9918-FD0B-9A0F-3D69E333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1276-7636-92C4-E727-C6218001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AAB97-3106-21E8-84BD-ABF16F27E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07323-F3C8-2142-F879-20FB5FE1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CCF29-048A-04E6-6376-B002C828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C315B-AD01-2829-4677-B9E4F497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4808-4054-6CBA-646C-1FECD2E3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435B7-336D-E9FE-6627-FC6DC6986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1CBF8-E202-FE7B-D804-902B3ED5F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0BCC9-EE36-A044-FA36-13418697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ECAF-D225-F0CA-39F5-1A189E49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0B941-91D9-AFE9-80E1-2FE20F07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6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59A5-78BB-FA98-B006-B8F74D0E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E5DB8-8592-F755-9F84-20AD10AA9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B6F69-4A6C-486A-F13E-FEA0F137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9FDD-3048-8243-8FBB-1749EF25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696D2-B61F-5CD6-49BC-BDCE517B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4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513DE4-122D-81A2-64FB-6CA8187F7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00C07-48D8-F9A3-E5B3-4F1D38B29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FB697-99D4-95C5-08F2-45131C3E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1841-263D-B5CE-9677-A398A00A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5729-F66B-5075-3672-508513B6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0DCAE-8065-143B-C39C-62FF5F4CF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D20B3-A568-419F-2EEB-B946B5526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C94F-322E-9712-CE91-3B40BBF62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EE027-142C-4934-B827-A45F58CD8AB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471B-DE35-FA83-604B-84D228B0E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BBA43-3654-517F-59BC-AC16550C2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D91A0-E868-42F5-BC34-94EE936A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0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7554/ELIFE.96850" TargetMode="External"/><Relationship Id="rId2" Type="http://schemas.openxmlformats.org/officeDocument/2006/relationships/hyperlink" Target="https://doi.org/10.1016/J.SEMCDB.2018.03.01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58/2159-8290.CD-24-1317/751680/AM/LINE-1-ORF1P-MIMICS-VIRAL-INNATE-IMMUNE-EVASIO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FF22-A9DB-D0A0-D638-CD23BA47D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LINE-1 ORF1p and L1TD1 Binding 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58A7C-38A1-698D-ABAF-4AA24B9FD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Sneha Gummadi</a:t>
            </a:r>
          </a:p>
        </p:txBody>
      </p:sp>
    </p:spTree>
    <p:extLst>
      <p:ext uri="{BB962C8B-B14F-4D97-AF65-F5344CB8AC3E}">
        <p14:creationId xmlns:p14="http://schemas.microsoft.com/office/powerpoint/2010/main" val="394197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A0F1-733F-6EEC-A5A0-7D42F562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Transposable Elements and LINE-1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917F-E50E-0BA1-4A5F-615F70F12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256212" cy="411007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Transposable elements are genetic parasites, that either appeared naturally through evolution or through a viral integration.</a:t>
            </a:r>
            <a:r>
              <a:rPr lang="en-US" baseline="30000" dirty="0"/>
              <a:t>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have been co-opted as regulatory gene elements and been implicated in diseases such as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Interspersed Nuclear Elements 1 (LINE-1) are transposable elements that operate in a copy-and-paste mechanism. They are the only transposons that are capable to </a:t>
            </a:r>
            <a:r>
              <a:rPr lang="en-US" dirty="0" err="1"/>
              <a:t>retrotransposoning</a:t>
            </a:r>
            <a:r>
              <a:rPr lang="en-US" dirty="0"/>
              <a:t> on their own.</a:t>
            </a:r>
            <a:r>
              <a:rPr lang="en-US" baseline="30000" dirty="0"/>
              <a:t>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due to an intact LINE-1 coding for two proteins: ORF1p and ORF2p. ORF1p is an RNA-binding protein that preferentially binds to LINE-1 transcripts. ORF2p is responsible for facilitating the insertion of LINE-1 into the host’s genome.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C3A004F-EB70-267D-D097-4EA4A953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6383" y="6045"/>
            <a:ext cx="5975617" cy="68519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C6B52-6309-DACF-D245-BAEA698A8C93}"/>
              </a:ext>
            </a:extLst>
          </p:cNvPr>
          <p:cNvSpPr txBox="1"/>
          <p:nvPr/>
        </p:nvSpPr>
        <p:spPr>
          <a:xfrm>
            <a:off x="11650233" y="6608905"/>
            <a:ext cx="68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 1</a:t>
            </a:r>
            <a:r>
              <a:rPr lang="en-US" sz="1400" baseline="30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27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8D9670-0C49-EB6F-A024-17602B6D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8F5CC-9FE6-9A99-F6C4-D7C3101C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binding sites does ORF1p preferentially bind to?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these binding sites differ from L1TD1’s binding sites?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Why L1TD1?</a:t>
            </a:r>
          </a:p>
          <a:p>
            <a:pPr lvl="1"/>
            <a:r>
              <a:rPr lang="en-US" sz="1600" dirty="0"/>
              <a:t>L1TD1 is the domesticated version of ORF1p that was co-opted to function as a post-transcriptional silencer and modulate RNA processing. </a:t>
            </a:r>
          </a:p>
          <a:p>
            <a:pPr lvl="1"/>
            <a:r>
              <a:rPr lang="en-US" sz="1600" dirty="0"/>
              <a:t>L1TD1 contains two segments that share high identify with ORF1p.</a:t>
            </a:r>
          </a:p>
        </p:txBody>
      </p:sp>
    </p:spTree>
    <p:extLst>
      <p:ext uri="{BB962C8B-B14F-4D97-AF65-F5344CB8AC3E}">
        <p14:creationId xmlns:p14="http://schemas.microsoft.com/office/powerpoint/2010/main" val="309481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5846-804B-26E0-123D-BE255AA3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0E1C-6425-CDD1-A1C1-5D927205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RIP-seq of L1TD1</a:t>
            </a:r>
            <a:r>
              <a:rPr lang="en-US" baseline="30000" dirty="0"/>
              <a:t>3</a:t>
            </a:r>
          </a:p>
          <a:p>
            <a:r>
              <a:rPr lang="en-US" dirty="0"/>
              <a:t>RIP-seq of ORF1p</a:t>
            </a:r>
            <a:r>
              <a:rPr lang="en-US" baseline="30000" dirty="0"/>
              <a:t>4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Pre-Processing: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Alignment to Transcriptome using Salmon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Differential expression using DESeq2 to determine bound vs. unbound sequences.</a:t>
            </a:r>
          </a:p>
          <a:p>
            <a:pPr lvl="1"/>
            <a:endParaRPr lang="en-US" dirty="0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5997BE2C-7201-7F57-6404-D27B65B7A58B}"/>
              </a:ext>
            </a:extLst>
          </p:cNvPr>
          <p:cNvSpPr/>
          <p:nvPr/>
        </p:nvSpPr>
        <p:spPr>
          <a:xfrm>
            <a:off x="4199935" y="1999068"/>
            <a:ext cx="233330" cy="662151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0F4882-53D4-E6D5-F4AD-8D9B78C9C36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433265" y="2330144"/>
            <a:ext cx="624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86628E-E5AA-76F2-5AA3-431C19F92E78}"/>
              </a:ext>
            </a:extLst>
          </p:cNvPr>
          <p:cNvSpPr txBox="1"/>
          <p:nvPr/>
        </p:nvSpPr>
        <p:spPr>
          <a:xfrm>
            <a:off x="5328744" y="2144110"/>
            <a:ext cx="390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Transcript bound to protein</a:t>
            </a:r>
          </a:p>
        </p:txBody>
      </p:sp>
    </p:spTree>
    <p:extLst>
      <p:ext uri="{BB962C8B-B14F-4D97-AF65-F5344CB8AC3E}">
        <p14:creationId xmlns:p14="http://schemas.microsoft.com/office/powerpoint/2010/main" val="41214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6E15-1429-44B3-382E-DBD18A5B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34666" cy="1325563"/>
          </a:xfrm>
        </p:spPr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15FEC0-E98D-F355-9462-E63E002ED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4666" cy="4351338"/>
          </a:xfrm>
        </p:spPr>
        <p:txBody>
          <a:bodyPr/>
          <a:lstStyle/>
          <a:p>
            <a:r>
              <a:rPr lang="en-US" sz="2400" dirty="0"/>
              <a:t>Training:</a:t>
            </a:r>
          </a:p>
          <a:p>
            <a:pPr lvl="1"/>
            <a:r>
              <a:rPr lang="en-US" sz="2000" dirty="0"/>
              <a:t>Optimizer: Stochastic Gradient Descent with Nesterov momentum of 0.95 because data is noisy. </a:t>
            </a:r>
          </a:p>
          <a:p>
            <a:pPr lvl="1"/>
            <a:r>
              <a:rPr lang="en-US" sz="2000" dirty="0"/>
              <a:t>Loss Function: Binary Cross-</a:t>
            </a:r>
            <a:r>
              <a:rPr lang="en-US" sz="2000" dirty="0" err="1"/>
              <a:t>Entroy</a:t>
            </a:r>
            <a:r>
              <a:rPr lang="en-US" sz="2000" dirty="0"/>
              <a:t> Loss with Logits (</a:t>
            </a:r>
            <a:r>
              <a:rPr lang="en-US" sz="2000" dirty="0" err="1"/>
              <a:t>BCEWithLogitsLoss</a:t>
            </a:r>
            <a:r>
              <a:rPr lang="en-US" sz="2000" dirty="0"/>
              <a:t>). </a:t>
            </a:r>
          </a:p>
          <a:p>
            <a:pPr lvl="2"/>
            <a:r>
              <a:rPr lang="en-US" sz="1800" dirty="0"/>
              <a:t>combines sigmoid layer with </a:t>
            </a:r>
            <a:r>
              <a:rPr lang="en-US" sz="1800" dirty="0" err="1"/>
              <a:t>BCELoss</a:t>
            </a:r>
            <a:endParaRPr lang="en-US" sz="1800" dirty="0"/>
          </a:p>
          <a:p>
            <a:pPr lvl="1"/>
            <a:r>
              <a:rPr lang="en-US" sz="2000" dirty="0"/>
              <a:t>Learning Rate Scheduler: </a:t>
            </a:r>
            <a:r>
              <a:rPr lang="en-US" sz="2000" dirty="0" err="1"/>
              <a:t>ReduceLROnPlateau</a:t>
            </a:r>
            <a:r>
              <a:rPr lang="en-US" sz="2000" dirty="0"/>
              <a:t>()</a:t>
            </a:r>
          </a:p>
          <a:p>
            <a:r>
              <a:rPr lang="en-US" sz="2400" dirty="0"/>
              <a:t>Hyperparameters:</a:t>
            </a:r>
          </a:p>
          <a:p>
            <a:pPr lvl="1"/>
            <a:r>
              <a:rPr lang="en-US" sz="2000" dirty="0"/>
              <a:t>Learning rate: 0.001</a:t>
            </a:r>
          </a:p>
          <a:p>
            <a:pPr lvl="1"/>
            <a:r>
              <a:rPr lang="en-US" sz="2000" dirty="0"/>
              <a:t>Kernel size: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7F9C82-1F0A-AB7A-4C54-F2790889D858}"/>
              </a:ext>
            </a:extLst>
          </p:cNvPr>
          <p:cNvSpPr/>
          <p:nvPr/>
        </p:nvSpPr>
        <p:spPr>
          <a:xfrm>
            <a:off x="8023071" y="517529"/>
            <a:ext cx="3330729" cy="61800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Convolutional Layer 1</a:t>
            </a:r>
          </a:p>
          <a:p>
            <a:pPr algn="ctr"/>
            <a:r>
              <a:rPr lang="en-US" sz="1200" dirty="0"/>
              <a:t>Batch Normalization + GELU activation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DA2582-3D69-AC59-3131-8A361ABD3F36}"/>
              </a:ext>
            </a:extLst>
          </p:cNvPr>
          <p:cNvSpPr/>
          <p:nvPr/>
        </p:nvSpPr>
        <p:spPr>
          <a:xfrm>
            <a:off x="8023071" y="1970069"/>
            <a:ext cx="3330729" cy="61800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Convolutional Layer 2</a:t>
            </a:r>
          </a:p>
          <a:p>
            <a:pPr algn="ctr"/>
            <a:r>
              <a:rPr lang="en-US" sz="1200" dirty="0"/>
              <a:t>Batch Normalization + GELU activation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992F8D-B1D3-973E-876C-937E1ABCFB63}"/>
              </a:ext>
            </a:extLst>
          </p:cNvPr>
          <p:cNvSpPr/>
          <p:nvPr/>
        </p:nvSpPr>
        <p:spPr>
          <a:xfrm>
            <a:off x="8023071" y="3912394"/>
            <a:ext cx="3330729" cy="61800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Convolutional Layer 3</a:t>
            </a:r>
          </a:p>
          <a:p>
            <a:pPr algn="ctr"/>
            <a:r>
              <a:rPr lang="en-US" sz="1200" dirty="0"/>
              <a:t>Batch Normalization + GELU activation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680230-28E0-FAE5-0B9B-BBC57D43F734}"/>
              </a:ext>
            </a:extLst>
          </p:cNvPr>
          <p:cNvSpPr/>
          <p:nvPr/>
        </p:nvSpPr>
        <p:spPr>
          <a:xfrm>
            <a:off x="8747760" y="1264815"/>
            <a:ext cx="1872944" cy="5738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 Pooling</a:t>
            </a:r>
          </a:p>
          <a:p>
            <a:pPr algn="ctr"/>
            <a:r>
              <a:rPr lang="en-US" sz="1200" dirty="0" err="1"/>
              <a:t>kernel_size</a:t>
            </a:r>
            <a:r>
              <a:rPr lang="en-US" sz="1200" dirty="0"/>
              <a:t> = 2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AF1CD8-2E17-9F56-9BFA-D65D07EDC7D8}"/>
              </a:ext>
            </a:extLst>
          </p:cNvPr>
          <p:cNvSpPr/>
          <p:nvPr/>
        </p:nvSpPr>
        <p:spPr>
          <a:xfrm>
            <a:off x="8747760" y="2717355"/>
            <a:ext cx="1872944" cy="5738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 Pooling</a:t>
            </a:r>
          </a:p>
          <a:p>
            <a:pPr algn="ctr"/>
            <a:r>
              <a:rPr lang="en-US" sz="1200" dirty="0" err="1"/>
              <a:t>kernel_size</a:t>
            </a:r>
            <a:r>
              <a:rPr lang="en-US" sz="1200" dirty="0"/>
              <a:t> = 2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6340D7-3756-F3BC-773B-0EC6D9BDF44B}"/>
              </a:ext>
            </a:extLst>
          </p:cNvPr>
          <p:cNvSpPr/>
          <p:nvPr/>
        </p:nvSpPr>
        <p:spPr>
          <a:xfrm>
            <a:off x="8747760" y="4659681"/>
            <a:ext cx="1872944" cy="3825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Dropout1d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B6E3A6-3638-08F8-F138-05619D31E456}"/>
              </a:ext>
            </a:extLst>
          </p:cNvPr>
          <p:cNvSpPr/>
          <p:nvPr/>
        </p:nvSpPr>
        <p:spPr>
          <a:xfrm>
            <a:off x="8474491" y="5172593"/>
            <a:ext cx="2419481" cy="3825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Adaptive Max Pooling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07BFA8-465E-AC57-4F22-812068F75633}"/>
              </a:ext>
            </a:extLst>
          </p:cNvPr>
          <p:cNvSpPr/>
          <p:nvPr/>
        </p:nvSpPr>
        <p:spPr>
          <a:xfrm>
            <a:off x="9056238" y="5685504"/>
            <a:ext cx="1255986" cy="4428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Dense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38903-6175-3972-C4B2-01EA1F360813}"/>
              </a:ext>
            </a:extLst>
          </p:cNvPr>
          <p:cNvSpPr/>
          <p:nvPr/>
        </p:nvSpPr>
        <p:spPr>
          <a:xfrm>
            <a:off x="8747760" y="3421553"/>
            <a:ext cx="1872944" cy="3825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Dropout1d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409AE9-8254-3C84-E460-A56ADFC6C7C4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9684232" y="1135537"/>
            <a:ext cx="4204" cy="129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76255A-57B4-94F8-0B35-EEB5A2DD59BA}"/>
              </a:ext>
            </a:extLst>
          </p:cNvPr>
          <p:cNvCxnSpPr>
            <a:stCxn id="7" idx="2"/>
            <a:endCxn id="5" idx="0"/>
          </p:cNvCxnSpPr>
          <p:nvPr/>
        </p:nvCxnSpPr>
        <p:spPr>
          <a:xfrm>
            <a:off x="9684232" y="1838680"/>
            <a:ext cx="4204" cy="131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DFC430-B3A5-6CE8-B703-C4547CDD083A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9684232" y="2588077"/>
            <a:ext cx="4204" cy="129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24799F-3DFD-EF9D-E590-6349BCCA719F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9684232" y="3291220"/>
            <a:ext cx="0" cy="1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66DCDE-B812-B626-AD81-87133102D62B}"/>
              </a:ext>
            </a:extLst>
          </p:cNvPr>
          <p:cNvCxnSpPr>
            <a:stCxn id="12" idx="2"/>
            <a:endCxn id="6" idx="0"/>
          </p:cNvCxnSpPr>
          <p:nvPr/>
        </p:nvCxnSpPr>
        <p:spPr>
          <a:xfrm>
            <a:off x="9684232" y="3804130"/>
            <a:ext cx="4204" cy="108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BED032-2AAD-6818-109F-58A9A1274611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9684232" y="4530402"/>
            <a:ext cx="4204" cy="129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F75A6A-92BE-F244-9818-39F5BD3670A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9684232" y="5042258"/>
            <a:ext cx="0" cy="130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29CF01-7789-3FF9-AD44-2B3E06555B38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9684231" y="5555171"/>
            <a:ext cx="1" cy="1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28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74C7-D01B-E7CC-4ED9-D129012E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350EB5-F629-7EA5-0459-A306AB6DE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129" y="925749"/>
            <a:ext cx="3709881" cy="292040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C70324-6A12-83F6-1B31-025CFCFFF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81286"/>
              </p:ext>
            </p:extLst>
          </p:nvPr>
        </p:nvGraphicFramePr>
        <p:xfrm>
          <a:off x="1504916" y="1573082"/>
          <a:ext cx="231297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488">
                  <a:extLst>
                    <a:ext uri="{9D8B030D-6E8A-4147-A177-3AD203B41FA5}">
                      <a16:colId xmlns:a16="http://schemas.microsoft.com/office/drawing/2014/main" val="420717037"/>
                    </a:ext>
                  </a:extLst>
                </a:gridCol>
                <a:gridCol w="1156488">
                  <a:extLst>
                    <a:ext uri="{9D8B030D-6E8A-4147-A177-3AD203B41FA5}">
                      <a16:colId xmlns:a16="http://schemas.microsoft.com/office/drawing/2014/main" val="3427188543"/>
                    </a:ext>
                  </a:extLst>
                </a:gridCol>
              </a:tblGrid>
              <a:tr h="359302">
                <a:tc gridSpan="2">
                  <a:txBody>
                    <a:bodyPr/>
                    <a:lstStyle/>
                    <a:p>
                      <a:r>
                        <a:rPr lang="en-US" dirty="0"/>
                        <a:t>Test Results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8161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75.58%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00835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59081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85.53%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55924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795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E923415-71D8-7A16-39AF-FD344D4BD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787" y="1254460"/>
            <a:ext cx="3457295" cy="2667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CE920-4C4B-E71F-2412-664CD1C075A3}"/>
              </a:ext>
            </a:extLst>
          </p:cNvPr>
          <p:cNvSpPr txBox="1"/>
          <p:nvPr/>
        </p:nvSpPr>
        <p:spPr>
          <a:xfrm rot="16200000">
            <a:off x="82114" y="2007871"/>
            <a:ext cx="125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L1TD1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21E4D3-C290-6585-1FB0-A272650C1FBC}"/>
              </a:ext>
            </a:extLst>
          </p:cNvPr>
          <p:cNvSpPr txBox="1"/>
          <p:nvPr/>
        </p:nvSpPr>
        <p:spPr>
          <a:xfrm rot="16200000">
            <a:off x="81587" y="5016243"/>
            <a:ext cx="125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ORF1p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2C484D9-B209-D21C-0E53-784812CE0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4805"/>
              </p:ext>
            </p:extLst>
          </p:nvPr>
        </p:nvGraphicFramePr>
        <p:xfrm>
          <a:off x="1504916" y="4332675"/>
          <a:ext cx="231297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488">
                  <a:extLst>
                    <a:ext uri="{9D8B030D-6E8A-4147-A177-3AD203B41FA5}">
                      <a16:colId xmlns:a16="http://schemas.microsoft.com/office/drawing/2014/main" val="420717037"/>
                    </a:ext>
                  </a:extLst>
                </a:gridCol>
                <a:gridCol w="1156488">
                  <a:extLst>
                    <a:ext uri="{9D8B030D-6E8A-4147-A177-3AD203B41FA5}">
                      <a16:colId xmlns:a16="http://schemas.microsoft.com/office/drawing/2014/main" val="3427188543"/>
                    </a:ext>
                  </a:extLst>
                </a:gridCol>
              </a:tblGrid>
              <a:tr h="359302">
                <a:tc gridSpan="2">
                  <a:txBody>
                    <a:bodyPr/>
                    <a:lstStyle/>
                    <a:p>
                      <a:r>
                        <a:rPr lang="en-US" dirty="0"/>
                        <a:t>Test Results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8161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00835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58.04%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59081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57.77%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55924"/>
                  </a:ext>
                </a:extLst>
              </a:tr>
              <a:tr h="359302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7958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C168A94-81B0-2056-6B95-C7881E153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609" y="4061199"/>
            <a:ext cx="3504745" cy="26670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4D623F-98F9-8325-9725-054D9A76A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129" y="3846157"/>
            <a:ext cx="3805613" cy="299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5FE6-11A2-7F67-C137-15E989F8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071" y="365125"/>
            <a:ext cx="468551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Top Binding Sites Learned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EAA4CF-A845-C9D1-5266-EF5065D99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072" y="1825625"/>
            <a:ext cx="4685510" cy="4351338"/>
          </a:xfrm>
        </p:spPr>
        <p:txBody>
          <a:bodyPr/>
          <a:lstStyle/>
          <a:p>
            <a:r>
              <a:rPr lang="en-US" sz="2400" dirty="0"/>
              <a:t>Extracted binding sites from filters</a:t>
            </a:r>
          </a:p>
          <a:p>
            <a:r>
              <a:rPr lang="en-US" sz="2400" dirty="0"/>
              <a:t>Pearson correlation comparing the similarity between the binding site sequences</a:t>
            </a:r>
          </a:p>
          <a:p>
            <a:pPr lvl="1"/>
            <a:r>
              <a:rPr lang="en-US" sz="2000" dirty="0"/>
              <a:t>Those with an R &gt; 0.6 are plotted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FCDEFF-4DD9-9E7F-E1EB-6A512E7C3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56"/>
          <a:stretch>
            <a:fillRect/>
          </a:stretch>
        </p:blipFill>
        <p:spPr>
          <a:xfrm>
            <a:off x="0" y="1196602"/>
            <a:ext cx="6764048" cy="44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194E-3E86-111E-9959-C76D47E9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B186D-7C1D-53C4-86EC-CD122BF2F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Data originates from two different cell lines, potentially biasing the comparison of binding sites between the two proteins</a:t>
            </a:r>
          </a:p>
          <a:p>
            <a:pPr lvl="1"/>
            <a:r>
              <a:rPr lang="en-US" dirty="0"/>
              <a:t>There is a significant room for improvement in the model</a:t>
            </a:r>
          </a:p>
          <a:p>
            <a:r>
              <a:rPr lang="en-US" dirty="0"/>
              <a:t>Future Directions</a:t>
            </a:r>
          </a:p>
          <a:p>
            <a:pPr lvl="1"/>
            <a:r>
              <a:rPr lang="en-US" dirty="0"/>
              <a:t>Using transfer learning on an RNA foundation model to predict the binding sites</a:t>
            </a:r>
          </a:p>
        </p:txBody>
      </p:sp>
    </p:spTree>
    <p:extLst>
      <p:ext uri="{BB962C8B-B14F-4D97-AF65-F5344CB8AC3E}">
        <p14:creationId xmlns:p14="http://schemas.microsoft.com/office/powerpoint/2010/main" val="267900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1AA0-06E3-F583-8406-36A0CCF8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70A31-1945-3A1F-4A1E-318BC32B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Hayward, A., &amp; Gilbert, C. (2022). Transposable elements. </a:t>
            </a:r>
            <a:r>
              <a:rPr lang="en-US" i="1" dirty="0"/>
              <a:t>Current Biology</a:t>
            </a:r>
            <a:r>
              <a:rPr lang="en-US" dirty="0"/>
              <a:t>, </a:t>
            </a:r>
            <a:r>
              <a:rPr lang="en-US" i="1" dirty="0"/>
              <a:t>32</a:t>
            </a:r>
            <a:r>
              <a:rPr lang="en-US" dirty="0"/>
              <a:t>(17), R904–R909. https://doi.org/10.1016/j.cub.2022.07.044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Naufer</a:t>
            </a:r>
            <a:r>
              <a:rPr lang="en-US" dirty="0"/>
              <a:t>, M. N., Furano, A. v., &amp; Williams, M. C. (2019). Protein-nucleic acid interactions of LINE-1 ORF1p. </a:t>
            </a:r>
            <a:r>
              <a:rPr lang="en-US" i="1" dirty="0"/>
              <a:t>Seminars in Cell &amp; Developmental Biology</a:t>
            </a:r>
            <a:r>
              <a:rPr lang="en-US" dirty="0"/>
              <a:t>, </a:t>
            </a:r>
            <a:r>
              <a:rPr lang="en-US" i="1" dirty="0"/>
              <a:t>86</a:t>
            </a:r>
            <a:r>
              <a:rPr lang="en-US" dirty="0"/>
              <a:t>, 140–149. </a:t>
            </a:r>
            <a:r>
              <a:rPr lang="en-US" dirty="0">
                <a:hlinkClick r:id="rId2"/>
              </a:rPr>
              <a:t>https://doi.org/10.1016/J.SEMCDB.2018.03.019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Kavaklioglu</a:t>
            </a:r>
            <a:r>
              <a:rPr lang="en-US" dirty="0"/>
              <a:t>, G., </a:t>
            </a:r>
            <a:r>
              <a:rPr lang="en-US" dirty="0" err="1"/>
              <a:t>Podhornik</a:t>
            </a:r>
            <a:r>
              <a:rPr lang="en-US" dirty="0"/>
              <a:t>, A., </a:t>
            </a:r>
            <a:r>
              <a:rPr lang="en-US" dirty="0" err="1"/>
              <a:t>Vcelkova</a:t>
            </a:r>
            <a:r>
              <a:rPr lang="en-US" dirty="0"/>
              <a:t>, T., Marjanovic, J., Beck, M. A., Phan-Canh, T., Mair, T., </a:t>
            </a:r>
            <a:r>
              <a:rPr lang="en-US" dirty="0" err="1"/>
              <a:t>Miccolo</a:t>
            </a:r>
            <a:r>
              <a:rPr lang="en-US" dirty="0"/>
              <a:t>, C., Drino, A., Doni, M., Egger, G., Chiocca, S., Modic, M., &amp; Seiser, C. (2025). The domesticated transposon protein L1TD1 associates with its ancestor L1 ORF1p to promote LINE-1 </a:t>
            </a:r>
            <a:r>
              <a:rPr lang="en-US" dirty="0" err="1"/>
              <a:t>retrotransposition</a:t>
            </a:r>
            <a:r>
              <a:rPr lang="en-US" dirty="0"/>
              <a:t>. </a:t>
            </a:r>
            <a:r>
              <a:rPr lang="en-US" i="1" dirty="0" err="1"/>
              <a:t>eLife</a:t>
            </a:r>
            <a:r>
              <a:rPr lang="en-US" dirty="0"/>
              <a:t>, </a:t>
            </a:r>
            <a:r>
              <a:rPr lang="en-US" i="1" dirty="0"/>
              <a:t>13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https://doi.org/10.7554/ELIFE.96850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You, E., Patel, B. K., Rojas, A. S., Sun, S., Danaher, P., Ho, N. I., Phillips, I. E., Raabe, M. J., Song, Y., Xu, K. H., Kocher, J. R., </a:t>
            </a:r>
            <a:r>
              <a:rPr lang="en-US" dirty="0" err="1"/>
              <a:t>Richieri</a:t>
            </a:r>
            <a:r>
              <a:rPr lang="en-US" dirty="0"/>
              <a:t>, P. M., Shin, P., Taylor, M. S., Nieman, L. T., Greenbaum, B. D., &amp; Ting, D. T. (2025). LINE-1 ORF1p Mimics Viral Innate Immune Evasion Mechanisms in Pancreatic Ductal Adenocarcinoma. </a:t>
            </a:r>
            <a:r>
              <a:rPr lang="en-US" i="1" dirty="0"/>
              <a:t>Cancer Discovery</a:t>
            </a:r>
            <a:r>
              <a:rPr lang="en-US" dirty="0"/>
              <a:t>, </a:t>
            </a:r>
            <a:r>
              <a:rPr lang="en-US" i="1" dirty="0"/>
              <a:t>15</a:t>
            </a:r>
            <a:r>
              <a:rPr lang="en-US" dirty="0"/>
              <a:t>(5), 1063–1082. </a:t>
            </a:r>
            <a:r>
              <a:rPr lang="en-US" dirty="0">
                <a:hlinkClick r:id="rId4"/>
              </a:rPr>
              <a:t>https://doi.org/10.1158/2159-8290.CD-24-1317/751680/AM/LINE-1-ORF1P-MIMICS-VIRAL-INNATE-IMMUNE-EVASION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5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C50C5A68-19D6-54C5-E454-8756B5DEA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88" t="24067" b="46315"/>
          <a:stretch>
            <a:fillRect/>
          </a:stretch>
        </p:blipFill>
        <p:spPr>
          <a:xfrm>
            <a:off x="914183" y="2117970"/>
            <a:ext cx="2385014" cy="131103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DAD12BB-62B5-C9C7-AFAD-79262FFA9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5" t="85922" r="3803" b="2631"/>
          <a:stretch>
            <a:fillRect/>
          </a:stretch>
        </p:blipFill>
        <p:spPr>
          <a:xfrm>
            <a:off x="225754" y="6210388"/>
            <a:ext cx="5593606" cy="573281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A5659FE8-0A6C-CDCB-7D2F-34E669433725}"/>
              </a:ext>
            </a:extLst>
          </p:cNvPr>
          <p:cNvGrpSpPr/>
          <p:nvPr/>
        </p:nvGrpSpPr>
        <p:grpSpPr>
          <a:xfrm>
            <a:off x="1124606" y="939899"/>
            <a:ext cx="4349181" cy="1139466"/>
            <a:chOff x="415141" y="-34437"/>
            <a:chExt cx="4349181" cy="1139466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4A3B200-4719-97C1-9F19-5D18D769E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289" r="5703" b="80930"/>
            <a:stretch>
              <a:fillRect/>
            </a:stretch>
          </p:blipFill>
          <p:spPr>
            <a:xfrm>
              <a:off x="415141" y="-34437"/>
              <a:ext cx="4349181" cy="955005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E5D3E70-CF18-05B9-AC4C-076E80841707}"/>
                </a:ext>
              </a:extLst>
            </p:cNvPr>
            <p:cNvSpPr/>
            <p:nvPr/>
          </p:nvSpPr>
          <p:spPr>
            <a:xfrm>
              <a:off x="2606526" y="735697"/>
              <a:ext cx="889805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132B6E6-EA16-6CAC-F1E5-CCC33D26D532}"/>
              </a:ext>
            </a:extLst>
          </p:cNvPr>
          <p:cNvGrpSpPr/>
          <p:nvPr/>
        </p:nvGrpSpPr>
        <p:grpSpPr>
          <a:xfrm>
            <a:off x="2575630" y="2957946"/>
            <a:ext cx="2385014" cy="1385734"/>
            <a:chOff x="2526254" y="1969723"/>
            <a:chExt cx="2385014" cy="1385734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83D9863-B523-ACF6-38DF-C074EBA65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3578" r="58335" b="46804"/>
            <a:stretch>
              <a:fillRect/>
            </a:stretch>
          </p:blipFill>
          <p:spPr>
            <a:xfrm>
              <a:off x="2526254" y="1969723"/>
              <a:ext cx="2385014" cy="1347129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5B6EF93-3E4F-F7AA-B245-B91E5CBE6804}"/>
                </a:ext>
              </a:extLst>
            </p:cNvPr>
            <p:cNvSpPr/>
            <p:nvPr/>
          </p:nvSpPr>
          <p:spPr>
            <a:xfrm>
              <a:off x="4171516" y="2842532"/>
              <a:ext cx="592806" cy="512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21E536C-2587-D5D9-D68B-DCA4EA861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59" r="57188" b="13994"/>
          <a:stretch>
            <a:fillRect/>
          </a:stretch>
        </p:blipFill>
        <p:spPr>
          <a:xfrm>
            <a:off x="1024011" y="4208648"/>
            <a:ext cx="2275186" cy="1311030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A58FFBE6-8D5F-88E0-F7BF-F6C40DB56260}"/>
              </a:ext>
            </a:extLst>
          </p:cNvPr>
          <p:cNvGrpSpPr/>
          <p:nvPr/>
        </p:nvGrpSpPr>
        <p:grpSpPr>
          <a:xfrm>
            <a:off x="2678848" y="4719634"/>
            <a:ext cx="2495689" cy="1346624"/>
            <a:chOff x="2771558" y="4317908"/>
            <a:chExt cx="2495689" cy="134662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9575DE9-6AC1-057C-A527-AF3DDCF17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188" t="52692" r="2601" b="14079"/>
            <a:stretch>
              <a:fillRect/>
            </a:stretch>
          </p:blipFill>
          <p:spPr>
            <a:xfrm>
              <a:off x="3216461" y="4317908"/>
              <a:ext cx="2050786" cy="1346624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AFF53B7-8BB0-2630-35B7-07E52507AE4E}"/>
                </a:ext>
              </a:extLst>
            </p:cNvPr>
            <p:cNvSpPr/>
            <p:nvPr/>
          </p:nvSpPr>
          <p:spPr>
            <a:xfrm>
              <a:off x="2771558" y="5240837"/>
              <a:ext cx="889805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4F37D12-BA01-DF2D-F6B5-9A4DA867CC48}"/>
              </a:ext>
            </a:extLst>
          </p:cNvPr>
          <p:cNvCxnSpPr/>
          <p:nvPr/>
        </p:nvCxnSpPr>
        <p:spPr>
          <a:xfrm flipH="1">
            <a:off x="3173906" y="1806811"/>
            <a:ext cx="394747" cy="444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2CE077-E909-39E4-6F11-79467C23D775}"/>
              </a:ext>
            </a:extLst>
          </p:cNvPr>
          <p:cNvCxnSpPr>
            <a:cxnSpLocks/>
          </p:cNvCxnSpPr>
          <p:nvPr/>
        </p:nvCxnSpPr>
        <p:spPr>
          <a:xfrm>
            <a:off x="2556351" y="2513006"/>
            <a:ext cx="346388" cy="3567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168DB4F-FE2C-8A9D-12E5-4CBEFC35B790}"/>
              </a:ext>
            </a:extLst>
          </p:cNvPr>
          <p:cNvCxnSpPr/>
          <p:nvPr/>
        </p:nvCxnSpPr>
        <p:spPr>
          <a:xfrm flipH="1">
            <a:off x="2532171" y="3581427"/>
            <a:ext cx="394747" cy="444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7A6989-5CEE-BC95-D0A1-0ABB5D30FBFD}"/>
              </a:ext>
            </a:extLst>
          </p:cNvPr>
          <p:cNvCxnSpPr>
            <a:cxnSpLocks/>
          </p:cNvCxnSpPr>
          <p:nvPr/>
        </p:nvCxnSpPr>
        <p:spPr>
          <a:xfrm>
            <a:off x="2678848" y="4732247"/>
            <a:ext cx="343709" cy="4128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0BBF864-F312-86F5-5FF7-5A2654CBFEDC}"/>
              </a:ext>
            </a:extLst>
          </p:cNvPr>
          <p:cNvCxnSpPr/>
          <p:nvPr/>
        </p:nvCxnSpPr>
        <p:spPr>
          <a:xfrm flipH="1">
            <a:off x="3225407" y="5642563"/>
            <a:ext cx="394747" cy="444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A2085093-EE6D-0F7B-3537-1DE34183D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1" t="3670" r="83590" b="83164"/>
          <a:stretch>
            <a:fillRect/>
          </a:stretch>
        </p:blipFill>
        <p:spPr>
          <a:xfrm>
            <a:off x="288104" y="1188923"/>
            <a:ext cx="889804" cy="65935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804ACF6-4D53-EFCE-0E71-FDB1FE326DC7}"/>
              </a:ext>
            </a:extLst>
          </p:cNvPr>
          <p:cNvGrpSpPr/>
          <p:nvPr/>
        </p:nvGrpSpPr>
        <p:grpSpPr>
          <a:xfrm>
            <a:off x="471801" y="256304"/>
            <a:ext cx="4861876" cy="908521"/>
            <a:chOff x="889176" y="596648"/>
            <a:chExt cx="4861876" cy="9085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3A5A21-0E9A-E13F-DE1B-46B2C3DB007D}"/>
                </a:ext>
              </a:extLst>
            </p:cNvPr>
            <p:cNvSpPr/>
            <p:nvPr/>
          </p:nvSpPr>
          <p:spPr>
            <a:xfrm>
              <a:off x="1923394" y="596651"/>
              <a:ext cx="1034218" cy="336141"/>
            </a:xfrm>
            <a:prstGeom prst="rect">
              <a:avLst/>
            </a:prstGeom>
            <a:solidFill>
              <a:srgbClr val="FE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ORF1p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99BAA-A651-B1E8-4E22-6E1D2AE9BB12}"/>
                </a:ext>
              </a:extLst>
            </p:cNvPr>
            <p:cNvSpPr/>
            <p:nvPr/>
          </p:nvSpPr>
          <p:spPr>
            <a:xfrm>
              <a:off x="3066919" y="596648"/>
              <a:ext cx="1900270" cy="336141"/>
            </a:xfrm>
            <a:prstGeom prst="rect">
              <a:avLst/>
            </a:prstGeom>
            <a:solidFill>
              <a:srgbClr val="92D14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ORF2p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0220D-46E2-898F-1A8E-2226E88F4835}"/>
                </a:ext>
              </a:extLst>
            </p:cNvPr>
            <p:cNvSpPr/>
            <p:nvPr/>
          </p:nvSpPr>
          <p:spPr>
            <a:xfrm>
              <a:off x="889176" y="645651"/>
              <a:ext cx="1034218" cy="21199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5’ UTR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B939A6-08BC-91F6-0616-1708D4CFF9AC}"/>
                </a:ext>
              </a:extLst>
            </p:cNvPr>
            <p:cNvSpPr/>
            <p:nvPr/>
          </p:nvSpPr>
          <p:spPr>
            <a:xfrm>
              <a:off x="4967189" y="645650"/>
              <a:ext cx="783861" cy="21199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3’ UTR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4B36FED-AB51-3818-0137-F38593FFAA91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 flipV="1">
              <a:off x="2957612" y="764719"/>
              <a:ext cx="109307" cy="3"/>
            </a:xfrm>
            <a:prstGeom prst="line">
              <a:avLst/>
            </a:prstGeom>
            <a:ln w="152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AC3BCBA6-66D8-A178-73B2-A5E1439C16EB}"/>
                </a:ext>
              </a:extLst>
            </p:cNvPr>
            <p:cNvSpPr/>
            <p:nvPr/>
          </p:nvSpPr>
          <p:spPr>
            <a:xfrm rot="16200000">
              <a:off x="3244299" y="-1340139"/>
              <a:ext cx="151630" cy="4861876"/>
            </a:xfrm>
            <a:prstGeom prst="leftBrac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2FEC0BE-4270-39DB-07FC-8E263036CEE2}"/>
                </a:ext>
              </a:extLst>
            </p:cNvPr>
            <p:cNvSpPr txBox="1"/>
            <p:nvPr/>
          </p:nvSpPr>
          <p:spPr>
            <a:xfrm>
              <a:off x="2579238" y="1166615"/>
              <a:ext cx="1488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LINE-1/L1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664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734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LINE-1 ORF1p and L1TD1 Binding Sites</vt:lpstr>
      <vt:lpstr>Transposable Elements and LINE-1</vt:lpstr>
      <vt:lpstr>Question</vt:lpstr>
      <vt:lpstr>Data</vt:lpstr>
      <vt:lpstr>Model Architecture</vt:lpstr>
      <vt:lpstr>Results</vt:lpstr>
      <vt:lpstr>Comparing Top Binding Sites Learned</vt:lpstr>
      <vt:lpstr>Discussion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Gummadi</dc:creator>
  <cp:lastModifiedBy>Sneha Gummadi</cp:lastModifiedBy>
  <cp:revision>1</cp:revision>
  <dcterms:created xsi:type="dcterms:W3CDTF">2026-05-17T04:27:30Z</dcterms:created>
  <dcterms:modified xsi:type="dcterms:W3CDTF">2026-05-19T05:47:25Z</dcterms:modified>
</cp:coreProperties>
</file>